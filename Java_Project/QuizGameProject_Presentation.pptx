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5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Quiz Game Project in Java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Presented by </a:t>
            </a:r>
            <a:r>
              <a:rPr lang="en-US" dirty="0"/>
              <a:t>JOEL DANSON</a:t>
            </a:r>
            <a:endParaRPr dirty="0"/>
          </a:p>
          <a:p>
            <a:r>
              <a:rPr dirty="0"/>
              <a:t>Course: </a:t>
            </a:r>
            <a:r>
              <a:rPr lang="en-US" dirty="0"/>
              <a:t>JAVA PROGRAMMING</a:t>
            </a:r>
            <a:endParaRPr dirty="0"/>
          </a:p>
          <a:p>
            <a:r>
              <a:rPr dirty="0"/>
              <a:t>Date: </a:t>
            </a:r>
            <a:r>
              <a:rPr lang="en-US" dirty="0"/>
              <a:t>10</a:t>
            </a:r>
            <a:r>
              <a:rPr lang="en-US" baseline="30000" dirty="0"/>
              <a:t>th</a:t>
            </a:r>
            <a:r>
              <a:rPr lang="en-US" dirty="0"/>
              <a:t> July 2025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What is the Quiz Game Project?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A simple interactive multiple-choice quiz built with Java</a:t>
            </a:r>
          </a:p>
          <a:p>
            <a:r>
              <a:rPr dirty="0"/>
              <a:t>• Uses arrays and loops to manage questions and answers</a:t>
            </a:r>
          </a:p>
          <a:p>
            <a:r>
              <a:rPr dirty="0"/>
              <a:t>• Collects user input and gives instant feedback</a:t>
            </a:r>
          </a:p>
          <a:p>
            <a:r>
              <a:rPr dirty="0"/>
              <a:t>• Displays final score at the end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Development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Java (JDK)</a:t>
            </a:r>
          </a:p>
          <a:p>
            <a:r>
              <a:rPr dirty="0"/>
              <a:t>• Terminal or Command Prompt</a:t>
            </a:r>
          </a:p>
          <a:p>
            <a:r>
              <a:rPr dirty="0"/>
              <a:t>• Scanner class for user input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Code Structure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main() method runs the quiz</a:t>
            </a:r>
          </a:p>
          <a:p>
            <a:r>
              <a:t>• Arrays for questions, options, answers</a:t>
            </a:r>
          </a:p>
          <a:p>
            <a:r>
              <a:t>• Loop to iterate through questions</a:t>
            </a:r>
          </a:p>
          <a:p>
            <a:r>
              <a:t>• Score tracking and result display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Demonstrates core Java concepts</a:t>
            </a:r>
          </a:p>
          <a:p>
            <a:r>
              <a:t>• Engaging way to test knowledge</a:t>
            </a:r>
          </a:p>
          <a:p>
            <a:r>
              <a:t>• Good starting point for advanced Java projects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127</Words>
  <Application>Microsoft Office PowerPoint</Application>
  <PresentationFormat>On-screen Show (4:3)</PresentationFormat>
  <Paragraphs>22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Quiz Game Project in Java</vt:lpstr>
      <vt:lpstr>What is the Quiz Game Project?</vt:lpstr>
      <vt:lpstr>Development Tools</vt:lpstr>
      <vt:lpstr>Code Structure Overview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Joel Danson</cp:lastModifiedBy>
  <cp:revision>2</cp:revision>
  <dcterms:created xsi:type="dcterms:W3CDTF">2013-01-27T09:14:16Z</dcterms:created>
  <dcterms:modified xsi:type="dcterms:W3CDTF">2025-07-03T17:02:14Z</dcterms:modified>
  <cp:category/>
</cp:coreProperties>
</file>